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140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21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47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26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762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331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869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195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12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050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1555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349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5965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146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444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017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A2F81-40F2-4A83-BA08-CE3539B5B97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A3CDD12-9233-48FB-9C79-3A3D7AD6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87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9BFE5-E805-262C-CAB2-7167373C5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745588"/>
            <a:ext cx="7766936" cy="2061579"/>
          </a:xfrm>
        </p:spPr>
        <p:txBody>
          <a:bodyPr/>
          <a:lstStyle/>
          <a:p>
            <a:pPr algn="l"/>
            <a:r>
              <a:rPr lang="en-US" dirty="0"/>
              <a:t>DBMS Project</a:t>
            </a:r>
            <a:br>
              <a:rPr lang="en-US" dirty="0"/>
            </a:br>
            <a:r>
              <a:rPr lang="en-US" sz="6000" dirty="0">
                <a:solidFill>
                  <a:schemeClr val="tx1"/>
                </a:solidFill>
              </a:rPr>
              <a:t>Hospital management system</a:t>
            </a:r>
            <a:endParaRPr lang="en-IN" sz="6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42E85-24CA-64A5-781B-E3BA2ED96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6" y="2807167"/>
            <a:ext cx="8438791" cy="3101264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Presented by: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Paras Sharma, AE-1236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Harshit </a:t>
            </a:r>
            <a:r>
              <a:rPr lang="en-US" sz="3200" b="1" dirty="0" err="1">
                <a:solidFill>
                  <a:schemeClr val="tx1"/>
                </a:solidFill>
              </a:rPr>
              <a:t>Raizada</a:t>
            </a:r>
            <a:r>
              <a:rPr lang="en-US" sz="3200" b="1" dirty="0">
                <a:solidFill>
                  <a:schemeClr val="tx1"/>
                </a:solidFill>
              </a:rPr>
              <a:t>, AE-1220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Kabir Khurana, AE-1225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48985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E99EE-711E-C138-23F9-37359DE61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</a:rPr>
              <a:t>Problem statement:</a:t>
            </a:r>
            <a:br>
              <a:rPr lang="en-IN" sz="3600" b="1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41BCD-FD7D-A389-47DF-7361DC3B2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8973"/>
            <a:ext cx="8596668" cy="459239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Design and implement a Hospital Management System (HMS) to streamline the operations of a hospital. The system should maintain information about patients</a:t>
            </a:r>
            <a:r>
              <a:rPr lang="en-IN" sz="2800" b="1">
                <a:solidFill>
                  <a:schemeClr val="tx1"/>
                </a:solidFill>
              </a:rPr>
              <a:t>, doctors, </a:t>
            </a:r>
            <a:r>
              <a:rPr lang="en-IN" sz="2800" b="1" dirty="0">
                <a:solidFill>
                  <a:schemeClr val="tx1"/>
                </a:solidFill>
              </a:rPr>
              <a:t>medical services, and other relevant entities. The primary objective is to create a centralized database-driven system that efficiently manages various aspects of hospital operations.</a:t>
            </a:r>
          </a:p>
        </p:txBody>
      </p:sp>
    </p:spTree>
    <p:extLst>
      <p:ext uri="{BB962C8B-B14F-4D97-AF65-F5344CB8AC3E}">
        <p14:creationId xmlns:p14="http://schemas.microsoft.com/office/powerpoint/2010/main" val="2122719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481F-5DD8-30EE-DF49-15318CE6F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ER diagram: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AAADA7-369B-A706-5742-594220291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48972"/>
            <a:ext cx="12192000" cy="5409028"/>
          </a:xfrm>
        </p:spPr>
      </p:pic>
    </p:spTree>
    <p:extLst>
      <p:ext uri="{BB962C8B-B14F-4D97-AF65-F5344CB8AC3E}">
        <p14:creationId xmlns:p14="http://schemas.microsoft.com/office/powerpoint/2010/main" val="16608626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83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DBMS Project Hospital management system</vt:lpstr>
      <vt:lpstr>Problem statement: </vt:lpstr>
      <vt:lpstr>ER diagram: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Project Hospital management system</dc:title>
  <dc:creator>Paras Sharma</dc:creator>
  <cp:lastModifiedBy>Paras Sharma</cp:lastModifiedBy>
  <cp:revision>3</cp:revision>
  <dcterms:created xsi:type="dcterms:W3CDTF">2024-05-03T19:04:22Z</dcterms:created>
  <dcterms:modified xsi:type="dcterms:W3CDTF">2024-05-03T19:16:17Z</dcterms:modified>
</cp:coreProperties>
</file>